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DDA73A-02BD-50CD-AEE6-31606EB8F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CD72EDC-BC83-C791-83BE-4DE83626D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780F97-5E77-ADEF-60E0-4BAF79B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E11EF1-7F90-329D-EBCB-F81C0234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864686-70BE-7A19-9230-70B885CE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1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1384AB-42F3-F738-0597-45C0199B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7DE6C9-4FCB-0AC4-BDF5-AFC0AA4D8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AA3D79-9276-E232-0FF2-9AA6BFEC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BFF28-CF82-31ED-A191-D5088A5C4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33C5FD-0A50-99C7-38A2-59F99C75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33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4ECFB3-07C3-6EE8-CE4D-5AC86374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341CFB-D081-82E9-1C9B-02E11779E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80BC40-7627-6440-5FDC-063491EA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71F8A6-56F2-E98E-1A82-07FCBDB3D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91ED18-11C9-BA64-7EBE-91BEBF7D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97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6E2421-145A-D1AE-A043-C1606395B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C164FF-E330-393F-398C-F448350E8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782594-B793-CBED-4DF9-FBC7FA626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941709-A751-6141-2D3F-84D48A8E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2D46F7-78BA-8EF2-2780-97151066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5FBB2B-182C-13B9-371F-19B5BC94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01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D92F4-9C15-6D2C-8B43-5165B2EF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34F258-0F20-9BF6-3013-B3FD374C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2CCBAA-24B7-C819-9A6D-3604CDC9B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AAFEC2-7BF4-2D26-19CC-721DF102F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4E6F6C8-0321-971F-84F4-A023D3170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679922C-A376-0915-11A9-1EA3F9D0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C82DB3-F7D9-C326-A8EE-778322D4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BF55110-C1A4-8507-30A5-BF5F0690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334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ACAD5-2C79-A208-93D4-D890B12D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4C8D41-02E8-1E07-9AB7-5903D093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1487378-D5A7-0A11-CC11-49A8DB98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5731245-57B0-8F26-6826-44F3925C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18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4B6B1B7-CD79-F655-B2D5-21F8B384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E47E96-5737-BD66-D13C-6A1AFA70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FB4498-C244-606D-52E4-F661F356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3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46560C-360D-880B-FBCA-FB0101BA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17FCA6-FE67-17AD-3AC4-22B1B0674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1926F0-CAE3-2370-3D54-F76E25FCE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7141BF-23BB-F6AF-4449-43DDF577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574A19-4007-6DF1-0EF2-FD435202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4F362B-D7E0-048B-DFF3-FAF1A496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35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98111A-7AA4-4FCC-A8F2-BC77D910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817DB7-8FC1-6B43-BEE6-7CFB4A4AF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D3CE35-22F6-57C6-22F5-A30635C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BFE0FC-DE91-E73D-120C-666B0100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2795A6-F4C9-00F2-F8D4-FB3F507E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50F517-FB74-B505-ABAF-BA42C53A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02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B5270A-CA46-099F-39D8-B51E604D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D9E809-5F04-3FE5-CF3C-B2E425FC6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B2C80D-B8B9-94D5-6644-137A02CA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3CD4A8-C8D6-404F-4CC4-76AC05EB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C4A74B-4871-A298-5B32-A3F34FCE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797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932B65-A664-2FF9-32C6-B44AEF601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A10068-750D-A8CE-17DB-1C6E6A711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5331A6-29B5-596B-5982-FF38B3E9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51994E-516F-F991-F056-AB3531059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DEED9B-9DE2-00BF-2190-753AC3E4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1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F66F3F-1F1B-F7B0-46A7-B71DADD5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3973A8-D35A-7447-0007-1187D0BB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C9B883-F3A2-530B-AC11-E03F336FF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50FD3-6A9D-4E6E-A289-277C0A635A07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49B032-2422-AB14-5341-A7404122B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1C0F10-C05A-18E7-2F89-A06595CCE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41A67-1F5D-4A80-9577-03978918C1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57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C5D1CB4-6C20-7885-09FA-53770766771F}"/>
              </a:ext>
            </a:extLst>
          </p:cNvPr>
          <p:cNvSpPr/>
          <p:nvPr/>
        </p:nvSpPr>
        <p:spPr>
          <a:xfrm>
            <a:off x="0" y="-1393371"/>
            <a:ext cx="12192000" cy="110925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55BBB2-E1CD-89AF-0401-10682AF8FEC9}"/>
              </a:ext>
            </a:extLst>
          </p:cNvPr>
          <p:cNvSpPr txBox="1"/>
          <p:nvPr/>
        </p:nvSpPr>
        <p:spPr>
          <a:xfrm>
            <a:off x="4299857" y="370114"/>
            <a:ext cx="3592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/>
              <a:t>ステージ選択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6AC5324-B20A-B8F0-CB11-46BD7F3FC8FC}"/>
              </a:ext>
            </a:extLst>
          </p:cNvPr>
          <p:cNvSpPr/>
          <p:nvPr/>
        </p:nvSpPr>
        <p:spPr>
          <a:xfrm>
            <a:off x="2373087" y="1393370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</a:t>
            </a:r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ACF2A54-5D78-367A-1C24-084B37C62319}"/>
              </a:ext>
            </a:extLst>
          </p:cNvPr>
          <p:cNvSpPr/>
          <p:nvPr/>
        </p:nvSpPr>
        <p:spPr>
          <a:xfrm>
            <a:off x="3897087" y="1393370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2</a:t>
            </a:r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B78FD4-5E8B-A012-E76B-8316C8ADCBFF}"/>
              </a:ext>
            </a:extLst>
          </p:cNvPr>
          <p:cNvSpPr/>
          <p:nvPr/>
        </p:nvSpPr>
        <p:spPr>
          <a:xfrm>
            <a:off x="8469087" y="1393370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5</a:t>
            </a:r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C7144D3-26DF-4785-813C-BAD82826CDFD}"/>
              </a:ext>
            </a:extLst>
          </p:cNvPr>
          <p:cNvSpPr/>
          <p:nvPr/>
        </p:nvSpPr>
        <p:spPr>
          <a:xfrm>
            <a:off x="6945087" y="1393370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4</a:t>
            </a:r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8EE4D5C-6DEE-D88B-A558-C4B4F7CB60E9}"/>
              </a:ext>
            </a:extLst>
          </p:cNvPr>
          <p:cNvSpPr/>
          <p:nvPr/>
        </p:nvSpPr>
        <p:spPr>
          <a:xfrm>
            <a:off x="5421087" y="1393370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3</a:t>
            </a:r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28F351-0F65-5FDF-059A-8D86154667F7}"/>
              </a:ext>
            </a:extLst>
          </p:cNvPr>
          <p:cNvSpPr/>
          <p:nvPr/>
        </p:nvSpPr>
        <p:spPr>
          <a:xfrm>
            <a:off x="3897087" y="3984171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7</a:t>
            </a:r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4BADD41-18CE-22EF-EE3D-CE0D3C4E1F93}"/>
              </a:ext>
            </a:extLst>
          </p:cNvPr>
          <p:cNvSpPr/>
          <p:nvPr/>
        </p:nvSpPr>
        <p:spPr>
          <a:xfrm>
            <a:off x="2373087" y="3984171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6</a:t>
            </a:r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166D751-3A08-1336-8B6F-190043BCCCB4}"/>
              </a:ext>
            </a:extLst>
          </p:cNvPr>
          <p:cNvSpPr/>
          <p:nvPr/>
        </p:nvSpPr>
        <p:spPr>
          <a:xfrm>
            <a:off x="5421087" y="3984171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8</a:t>
            </a:r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5CDE5C0-F078-4EEA-B526-90B2E4B3CE8F}"/>
              </a:ext>
            </a:extLst>
          </p:cNvPr>
          <p:cNvSpPr/>
          <p:nvPr/>
        </p:nvSpPr>
        <p:spPr>
          <a:xfrm>
            <a:off x="6945087" y="3984171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9</a:t>
            </a:r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633F245-41A2-AB16-34E4-3EC58C0EBCEF}"/>
              </a:ext>
            </a:extLst>
          </p:cNvPr>
          <p:cNvSpPr/>
          <p:nvPr/>
        </p:nvSpPr>
        <p:spPr>
          <a:xfrm>
            <a:off x="8469087" y="3984171"/>
            <a:ext cx="1219200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10</a:t>
            </a:r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35A5FB40-8276-8EB4-E732-03909AB679B1}"/>
              </a:ext>
            </a:extLst>
          </p:cNvPr>
          <p:cNvSpPr/>
          <p:nvPr/>
        </p:nvSpPr>
        <p:spPr>
          <a:xfrm>
            <a:off x="3298371" y="2351313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1476A4FF-4836-90D3-436F-FFC4E9CB00F4}"/>
              </a:ext>
            </a:extLst>
          </p:cNvPr>
          <p:cNvSpPr/>
          <p:nvPr/>
        </p:nvSpPr>
        <p:spPr>
          <a:xfrm>
            <a:off x="4822371" y="2351313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39C5502D-8A17-D17C-7F16-EF7B23599460}"/>
              </a:ext>
            </a:extLst>
          </p:cNvPr>
          <p:cNvSpPr/>
          <p:nvPr/>
        </p:nvSpPr>
        <p:spPr>
          <a:xfrm>
            <a:off x="6346371" y="2338707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9EFCD5E0-EF23-21DE-2A62-BF25BB38DAAB}"/>
              </a:ext>
            </a:extLst>
          </p:cNvPr>
          <p:cNvSpPr/>
          <p:nvPr/>
        </p:nvSpPr>
        <p:spPr>
          <a:xfrm>
            <a:off x="7870371" y="2338707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18C050CA-69AF-8EC8-3E62-5ED53BBEB9E4}"/>
              </a:ext>
            </a:extLst>
          </p:cNvPr>
          <p:cNvSpPr/>
          <p:nvPr/>
        </p:nvSpPr>
        <p:spPr>
          <a:xfrm>
            <a:off x="9394371" y="2338707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7268CE8C-3C98-1165-495C-52C52B57F576}"/>
              </a:ext>
            </a:extLst>
          </p:cNvPr>
          <p:cNvSpPr/>
          <p:nvPr/>
        </p:nvSpPr>
        <p:spPr>
          <a:xfrm>
            <a:off x="3298371" y="5072741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5624E6D2-C692-C724-F9B2-C0F70086FD6E}"/>
              </a:ext>
            </a:extLst>
          </p:cNvPr>
          <p:cNvSpPr/>
          <p:nvPr/>
        </p:nvSpPr>
        <p:spPr>
          <a:xfrm>
            <a:off x="4822371" y="5072741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E5AC4A5F-106D-9784-F28A-302627DF28A3}"/>
              </a:ext>
            </a:extLst>
          </p:cNvPr>
          <p:cNvSpPr/>
          <p:nvPr/>
        </p:nvSpPr>
        <p:spPr>
          <a:xfrm>
            <a:off x="6346371" y="5060135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41A9488-7A41-D272-2685-F213E4EF7257}"/>
              </a:ext>
            </a:extLst>
          </p:cNvPr>
          <p:cNvSpPr/>
          <p:nvPr/>
        </p:nvSpPr>
        <p:spPr>
          <a:xfrm>
            <a:off x="7870371" y="5060135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8230AF86-8F13-C398-224C-D40B7D80CF2F}"/>
              </a:ext>
            </a:extLst>
          </p:cNvPr>
          <p:cNvSpPr/>
          <p:nvPr/>
        </p:nvSpPr>
        <p:spPr>
          <a:xfrm>
            <a:off x="9394371" y="5060135"/>
            <a:ext cx="195943" cy="19594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DD2E52D9-6EEB-F9AC-E0CE-1486351175F4}"/>
              </a:ext>
            </a:extLst>
          </p:cNvPr>
          <p:cNvSpPr/>
          <p:nvPr/>
        </p:nvSpPr>
        <p:spPr>
          <a:xfrm>
            <a:off x="10199914" y="5040085"/>
            <a:ext cx="1480458" cy="11647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NEXT</a:t>
            </a:r>
            <a:endParaRPr kumimoji="1" lang="ja-JP" altLang="en-US" dirty="0"/>
          </a:p>
        </p:txBody>
      </p:sp>
      <p:sp>
        <p:nvSpPr>
          <p:cNvPr id="34" name="矢印: 左 33">
            <a:extLst>
              <a:ext uri="{FF2B5EF4-FFF2-40B4-BE49-F238E27FC236}">
                <a16:creationId xmlns:a16="http://schemas.microsoft.com/office/drawing/2014/main" id="{F632B1C4-2F28-CD91-9B26-6B269A0078B7}"/>
              </a:ext>
            </a:extLst>
          </p:cNvPr>
          <p:cNvSpPr/>
          <p:nvPr/>
        </p:nvSpPr>
        <p:spPr>
          <a:xfrm>
            <a:off x="446315" y="5040085"/>
            <a:ext cx="1480458" cy="117737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BACK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78277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92DC7E97A0C09448ECD3DD9C5537099" ma:contentTypeVersion="11" ma:contentTypeDescription="新しいドキュメントを作成します。" ma:contentTypeScope="" ma:versionID="2c06e6511dc1311856fd7c83f4c0d5c8">
  <xsd:schema xmlns:xsd="http://www.w3.org/2001/XMLSchema" xmlns:xs="http://www.w3.org/2001/XMLSchema" xmlns:p="http://schemas.microsoft.com/office/2006/metadata/properties" xmlns:ns3="f8b06222-fdb9-436d-9bff-abbe2205757b" targetNamespace="http://schemas.microsoft.com/office/2006/metadata/properties" ma:root="true" ma:fieldsID="51ab699dc95bc2d79290f4fbbde5a407" ns3:_="">
    <xsd:import namespace="f8b06222-fdb9-436d-9bff-abbe2205757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06222-fdb9-436d-9bff-abbe2205757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b06222-fdb9-436d-9bff-abbe2205757b" xsi:nil="true"/>
  </documentManagement>
</p:properties>
</file>

<file path=customXml/itemProps1.xml><?xml version="1.0" encoding="utf-8"?>
<ds:datastoreItem xmlns:ds="http://schemas.openxmlformats.org/officeDocument/2006/customXml" ds:itemID="{326F9BEB-6A49-4A4F-AE41-C86857D202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b06222-fdb9-436d-9bff-abbe220575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17B27B-E634-441B-A197-FF4ABE771B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0C4F79-900F-4B0F-8456-FF676EA1AC39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f8b06222-fdb9-436d-9bff-abbe2205757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14</Words>
  <Application>Microsoft Office PowerPoint</Application>
  <PresentationFormat>ワイド画面</PresentationFormat>
  <Paragraphs>33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TOMIMASU Koyu</dc:creator>
  <cp:lastModifiedBy>TOMIMASU Koyu</cp:lastModifiedBy>
  <cp:revision>1</cp:revision>
  <dcterms:created xsi:type="dcterms:W3CDTF">2026-07-01T02:30:24Z</dcterms:created>
  <dcterms:modified xsi:type="dcterms:W3CDTF">2026-07-01T12:14:28Z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0x010100692DC7E97A0C09448ECD3DD9C5537099</vt:lpwstr>
  </property>
</Properties>
</file>