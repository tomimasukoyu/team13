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4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F39FD78-ED49-F76E-1D01-B0432F1768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E71B782-1C3E-56B3-10B5-89648BC9A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74FF245-A5F3-8CC8-939F-5FCB5C974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0559B3C-C6A5-2ABE-27EB-999D95CB0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85EFB-FFBE-DFC8-9410-4DC8001FA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14921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28CFCDE-ECEE-C409-3677-BC57A85B4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ED510A7-3F46-A0F1-6161-192982EE7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58499E3-A036-368C-0DB4-36422C7CBC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E9BA9B-1CC3-0D3F-6BC5-6C76199B4F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82EACB8-7353-CB7E-A57C-D5D682829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08203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C329DC-2D73-9354-3A60-FA9888F98E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C07C27C-DA32-62C9-7F98-B54434426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E3E0776-A875-C6A8-9383-62C7384FE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1946AFC-A31C-8F82-8E48-6F723BE1D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E9DB4B-5B07-8863-6989-1ACCF6DFC0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2436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0AE210-00E5-B1BE-08ED-67B171B7B6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423EAAC-A31A-22C5-3678-4DD686CADA4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7D503AD-723F-D8A6-AC11-5EE124E0DF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AC042CD-8B58-6C9E-662F-E88DF42EAE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CACB4D-16F9-3184-3BE5-6617FE976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B064847F-54B1-DE84-2E9B-760FBEA0D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284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82A30F-FFAC-4D1E-23A1-699E12359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82F0DF8-1C7F-8CA0-3931-F81F74D35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C09625B-451C-DB20-F81F-68ABC5ADD5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4107627-6D18-CFBA-63C1-58568FB8D39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3EEE3E7-7010-81D3-382C-2A39B206C6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E5344B9-A773-B2E5-09C2-B567FBC8A0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11549E4-4430-0D12-E024-913A06615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5C3B4E-023F-A85E-239F-79F4A74DDA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3525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C929193-5211-3131-AFB0-98F2C9F72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40153AB8-D6ED-EFA4-4F6F-BA86903D70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D53CBC5-DF82-24D4-1C4B-A421264F9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0825039-EE7A-DCED-2970-00628E2FF2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981421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0EC15D3-988C-8D65-EA3E-A9B66A71A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3B6D1EB-8A0A-EEE4-9190-12AB23B446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FD23EBD-4FDD-5654-4318-C78B349EA8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0795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F189BE-122B-F8F7-CC5C-B18AC3346D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1A65D8D-925A-43C4-32A1-E7CAE4F5F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D47E406-F971-B17F-D331-E394AB52C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88EF7A8-948E-588F-2585-341C5E464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BBA65A3-C499-D15E-07C9-B27CA81CC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455971-AC75-2E09-5AD8-DAE9013965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93165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03B1C3-CC00-3848-E5E8-1C8BEB62D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89A6F8CD-D639-59C2-984B-8C7843EE7E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78F1082-E587-B352-4F00-E8976DF65B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D6CDE6F-9C87-1D33-9E6B-F4AD0FD2B7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4FAFD71-05B6-BEFF-7D1C-219EF5C063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AA91D5A-A264-45A6-B3FC-3265876C3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0667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3C9A9-FD87-3162-DC4E-DB50ED02E8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84F73-99D2-E897-37EB-E07E57B6F85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8F3B19-5C21-4D78-D75F-7363837AF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E4FBF78-FA49-CAA2-BB74-693425B4B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2C03D5-1777-3110-8886-D3B51AFB6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1520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3B4C5CE-4A8B-5627-32B6-8A2C71B29F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1053C47-98D9-6D00-46F6-9343BDE7B0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5C093E3-EAE0-7018-7417-F2F613581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50C434-79C8-0477-1119-98A1DB112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4A6120F-D2C2-0BB4-DA1A-C50C6C4E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10577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67B8A0E1-21AA-A277-C719-4E8976ECE2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1EDC7BD-6938-0E19-4D35-959573F92D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2976452-E0DF-C6E6-AFB7-79B1A0FFAF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C697B7-400A-462C-9925-7DE4B9466D5A}" type="datetimeFigureOut">
              <a:rPr kumimoji="1" lang="ja-JP" altLang="en-US" smtClean="0"/>
              <a:t>2026/7/1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B1CC0C-1545-3231-E318-0CA2271B46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CA31736-B900-7B01-36FF-5B65A63251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1B29A0-3D28-4701-9C89-0524393896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193528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74927F0-AE0F-5365-4B43-1B5D7B3F5F28}"/>
              </a:ext>
            </a:extLst>
          </p:cNvPr>
          <p:cNvSpPr txBox="1"/>
          <p:nvPr/>
        </p:nvSpPr>
        <p:spPr>
          <a:xfrm>
            <a:off x="3713988" y="365760"/>
            <a:ext cx="476402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b="1" dirty="0"/>
              <a:t>いわゆる脱出ゲーム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CEB95F9-87A1-9243-6162-9BC733969385}"/>
              </a:ext>
            </a:extLst>
          </p:cNvPr>
          <p:cNvSpPr txBox="1"/>
          <p:nvPr/>
        </p:nvSpPr>
        <p:spPr>
          <a:xfrm>
            <a:off x="3099816" y="32369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6781F89-EDD2-82F9-E8AB-F2E6470550A2}"/>
              </a:ext>
            </a:extLst>
          </p:cNvPr>
          <p:cNvSpPr txBox="1"/>
          <p:nvPr/>
        </p:nvSpPr>
        <p:spPr>
          <a:xfrm>
            <a:off x="3252216" y="3389376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6506060-383E-D578-36D0-27FBA0A940EA}"/>
              </a:ext>
            </a:extLst>
          </p:cNvPr>
          <p:cNvSpPr txBox="1"/>
          <p:nvPr/>
        </p:nvSpPr>
        <p:spPr>
          <a:xfrm>
            <a:off x="3404616" y="2651760"/>
            <a:ext cx="2916936" cy="585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80743D-38DB-1063-E48B-564267F68BD9}"/>
              </a:ext>
            </a:extLst>
          </p:cNvPr>
          <p:cNvSpPr txBox="1"/>
          <p:nvPr/>
        </p:nvSpPr>
        <p:spPr>
          <a:xfrm>
            <a:off x="5434584" y="3822192"/>
            <a:ext cx="1773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NEW</a:t>
            </a:r>
            <a:r>
              <a:rPr kumimoji="1" lang="ja-JP" altLang="en-US" dirty="0"/>
              <a:t>　</a:t>
            </a:r>
            <a:r>
              <a:rPr kumimoji="1" lang="en-US" altLang="ja-JP" dirty="0"/>
              <a:t>Game</a:t>
            </a:r>
            <a:endParaRPr kumimoji="1" lang="ja-JP" altLang="en-US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D034C81B-E7AD-AD8D-D2C2-C4A13C84C602}"/>
              </a:ext>
            </a:extLst>
          </p:cNvPr>
          <p:cNvSpPr txBox="1"/>
          <p:nvPr/>
        </p:nvSpPr>
        <p:spPr>
          <a:xfrm>
            <a:off x="5434584" y="4264152"/>
            <a:ext cx="19110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/>
              <a:t>Load Game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62141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7</Words>
  <Application>Microsoft Office PowerPoint</Application>
  <PresentationFormat>ワイド画面</PresentationFormat>
  <Paragraphs>3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5" baseType="lpstr">
      <vt:lpstr>游ゴシック</vt:lpstr>
      <vt:lpstr>游ゴシック Light</vt:lpstr>
      <vt:lpstr>Arial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春樹 寺谷</dc:creator>
  <cp:lastModifiedBy>春樹 寺谷</cp:lastModifiedBy>
  <cp:revision>1</cp:revision>
  <dcterms:created xsi:type="dcterms:W3CDTF">2026-07-01T02:17:29Z</dcterms:created>
  <dcterms:modified xsi:type="dcterms:W3CDTF">2026-07-01T02:22:53Z</dcterms:modified>
</cp:coreProperties>
</file>