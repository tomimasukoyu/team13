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9924E-8F43-4EAC-9B5C-41CA40A29843}" v="18" dt="2026-07-06T05:53:58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春樹 寺谷" userId="273275a70e5237a3" providerId="LiveId" clId="{A7346177-5A59-47E4-BD9A-CD90ECDD0E43}"/>
    <pc:docChg chg="undo custSel modSld">
      <pc:chgData name="春樹 寺谷" userId="273275a70e5237a3" providerId="LiveId" clId="{A7346177-5A59-47E4-BD9A-CD90ECDD0E43}" dt="2026-07-06T05:54:49.027" v="84" actId="20577"/>
      <pc:docMkLst>
        <pc:docMk/>
      </pc:docMkLst>
      <pc:sldChg chg="addSp delSp modSp mod">
        <pc:chgData name="春樹 寺谷" userId="273275a70e5237a3" providerId="LiveId" clId="{A7346177-5A59-47E4-BD9A-CD90ECDD0E43}" dt="2026-07-06T05:54:49.027" v="84" actId="20577"/>
        <pc:sldMkLst>
          <pc:docMk/>
          <pc:sldMk cId="1116214111" sldId="257"/>
        </pc:sldMkLst>
        <pc:spChg chg="mod">
          <ac:chgData name="春樹 寺谷" userId="273275a70e5237a3" providerId="LiveId" clId="{A7346177-5A59-47E4-BD9A-CD90ECDD0E43}" dt="2026-07-06T05:46:23.097" v="6" actId="1076"/>
          <ac:spMkLst>
            <pc:docMk/>
            <pc:sldMk cId="1116214111" sldId="257"/>
            <ac:spMk id="2" creationId="{374927F0-AE0F-5365-4B43-1B5D7B3F5F28}"/>
          </ac:spMkLst>
        </pc:spChg>
        <pc:spChg chg="add del">
          <ac:chgData name="春樹 寺谷" userId="273275a70e5237a3" providerId="LiveId" clId="{A7346177-5A59-47E4-BD9A-CD90ECDD0E43}" dt="2026-07-06T05:49:17.253" v="35" actId="478"/>
          <ac:spMkLst>
            <pc:docMk/>
            <pc:sldMk cId="1116214111" sldId="257"/>
            <ac:spMk id="4" creationId="{C973119B-46FD-5D99-6E05-4F62011658A3}"/>
          </ac:spMkLst>
        </pc:spChg>
        <pc:spChg chg="del">
          <ac:chgData name="春樹 寺谷" userId="273275a70e5237a3" providerId="LiveId" clId="{A7346177-5A59-47E4-BD9A-CD90ECDD0E43}" dt="2026-07-06T05:48:54.993" v="24" actId="478"/>
          <ac:spMkLst>
            <pc:docMk/>
            <pc:sldMk cId="1116214111" sldId="257"/>
            <ac:spMk id="7" creationId="{F6506060-383E-D578-36D0-27FBA0A940EA}"/>
          </ac:spMkLst>
        </pc:spChg>
        <pc:spChg chg="add mod">
          <ac:chgData name="春樹 寺谷" userId="273275a70e5237a3" providerId="LiveId" clId="{A7346177-5A59-47E4-BD9A-CD90ECDD0E43}" dt="2026-07-06T05:54:11.853" v="73" actId="207"/>
          <ac:spMkLst>
            <pc:docMk/>
            <pc:sldMk cId="1116214111" sldId="257"/>
            <ac:spMk id="8" creationId="{D11133AF-68B9-B2C9-D536-5BAE166658A7}"/>
          </ac:spMkLst>
        </pc:spChg>
        <pc:spChg chg="mod">
          <ac:chgData name="春樹 寺谷" userId="273275a70e5237a3" providerId="LiveId" clId="{A7346177-5A59-47E4-BD9A-CD90ECDD0E43}" dt="2026-07-06T05:54:49.027" v="84" actId="20577"/>
          <ac:spMkLst>
            <pc:docMk/>
            <pc:sldMk cId="1116214111" sldId="257"/>
            <ac:spMk id="9" creationId="{9E80743D-38DB-1063-E48B-564267F68BD9}"/>
          </ac:spMkLst>
        </pc:spChg>
        <pc:spChg chg="del mod">
          <ac:chgData name="春樹 寺谷" userId="273275a70e5237a3" providerId="LiveId" clId="{A7346177-5A59-47E4-BD9A-CD90ECDD0E43}" dt="2026-07-06T05:48:26.428" v="21" actId="478"/>
          <ac:spMkLst>
            <pc:docMk/>
            <pc:sldMk cId="1116214111" sldId="257"/>
            <ac:spMk id="10" creationId="{D034C81B-E7AD-AD8D-D2C2-C4A13C84C602}"/>
          </ac:spMkLst>
        </pc:spChg>
        <pc:spChg chg="add mod">
          <ac:chgData name="春樹 寺谷" userId="273275a70e5237a3" providerId="LiveId" clId="{A7346177-5A59-47E4-BD9A-CD90ECDD0E43}" dt="2026-07-06T05:54:20.958" v="75" actId="207"/>
          <ac:spMkLst>
            <pc:docMk/>
            <pc:sldMk cId="1116214111" sldId="257"/>
            <ac:spMk id="12" creationId="{86FC2446-AC3E-35B5-F435-8335A89088E5}"/>
          </ac:spMkLst>
        </pc:spChg>
        <pc:spChg chg="add mod">
          <ac:chgData name="春樹 寺谷" userId="273275a70e5237a3" providerId="LiveId" clId="{A7346177-5A59-47E4-BD9A-CD90ECDD0E43}" dt="2026-07-06T05:54:25.461" v="76" actId="207"/>
          <ac:spMkLst>
            <pc:docMk/>
            <pc:sldMk cId="1116214111" sldId="257"/>
            <ac:spMk id="14" creationId="{045FDE0A-1B5E-5E05-1208-7BA8BD57B68F}"/>
          </ac:spMkLst>
        </pc:spChg>
        <pc:spChg chg="add mod">
          <ac:chgData name="春樹 寺谷" userId="273275a70e5237a3" providerId="LiveId" clId="{A7346177-5A59-47E4-BD9A-CD90ECDD0E43}" dt="2026-07-06T05:54:31.464" v="77" actId="207"/>
          <ac:spMkLst>
            <pc:docMk/>
            <pc:sldMk cId="1116214111" sldId="257"/>
            <ac:spMk id="16" creationId="{93869010-6539-11AA-402A-9E8989EB186C}"/>
          </ac:spMkLst>
        </pc:spChg>
        <pc:spChg chg="add mod">
          <ac:chgData name="春樹 寺谷" userId="273275a70e5237a3" providerId="LiveId" clId="{A7346177-5A59-47E4-BD9A-CD90ECDD0E43}" dt="2026-07-06T05:50:25.038" v="43" actId="207"/>
          <ac:spMkLst>
            <pc:docMk/>
            <pc:sldMk cId="1116214111" sldId="257"/>
            <ac:spMk id="18" creationId="{D1CEB488-1A22-B841-8372-E5DE266F2307}"/>
          </ac:spMkLst>
        </pc:spChg>
        <pc:spChg chg="add mod">
          <ac:chgData name="春樹 寺谷" userId="273275a70e5237a3" providerId="LiveId" clId="{A7346177-5A59-47E4-BD9A-CD90ECDD0E43}" dt="2026-07-06T05:51:55.196" v="72" actId="1076"/>
          <ac:spMkLst>
            <pc:docMk/>
            <pc:sldMk cId="1116214111" sldId="257"/>
            <ac:spMk id="19" creationId="{5D5AD0C7-639D-C9AC-231B-D0AE65E07B4D}"/>
          </ac:spMkLst>
        </pc:spChg>
        <pc:spChg chg="add del">
          <ac:chgData name="春樹 寺谷" userId="273275a70e5237a3" providerId="LiveId" clId="{A7346177-5A59-47E4-BD9A-CD90ECDD0E43}" dt="2026-07-06T05:51:17.765" v="62" actId="22"/>
          <ac:spMkLst>
            <pc:docMk/>
            <pc:sldMk cId="1116214111" sldId="257"/>
            <ac:spMk id="21" creationId="{6CB2613F-2219-0FCB-BD2A-2E3889C75028}"/>
          </ac:spMkLst>
        </pc:spChg>
        <pc:spChg chg="add del">
          <ac:chgData name="春樹 寺谷" userId="273275a70e5237a3" providerId="LiveId" clId="{A7346177-5A59-47E4-BD9A-CD90ECDD0E43}" dt="2026-07-06T05:51:17.356" v="61" actId="22"/>
          <ac:spMkLst>
            <pc:docMk/>
            <pc:sldMk cId="1116214111" sldId="257"/>
            <ac:spMk id="23" creationId="{F53468A4-15AA-9567-0E92-C27BAADFE6F0}"/>
          </ac:spMkLst>
        </pc:spChg>
        <pc:spChg chg="add del">
          <ac:chgData name="春樹 寺谷" userId="273275a70e5237a3" providerId="LiveId" clId="{A7346177-5A59-47E4-BD9A-CD90ECDD0E43}" dt="2026-07-06T05:51:17.133" v="60" actId="22"/>
          <ac:spMkLst>
            <pc:docMk/>
            <pc:sldMk cId="1116214111" sldId="257"/>
            <ac:spMk id="25" creationId="{2E26B284-BAD0-83F3-1033-8E8BC0112F6A}"/>
          </ac:spMkLst>
        </pc:spChg>
        <pc:spChg chg="add del mod">
          <ac:chgData name="春樹 寺谷" userId="273275a70e5237a3" providerId="LiveId" clId="{A7346177-5A59-47E4-BD9A-CD90ECDD0E43}" dt="2026-07-06T05:51:16.910" v="59" actId="22"/>
          <ac:spMkLst>
            <pc:docMk/>
            <pc:sldMk cId="1116214111" sldId="257"/>
            <ac:spMk id="27" creationId="{2E6C9083-FF42-4CAE-EC91-52C88E714493}"/>
          </ac:spMkLst>
        </pc:spChg>
        <pc:spChg chg="add del mod">
          <ac:chgData name="春樹 寺谷" userId="273275a70e5237a3" providerId="LiveId" clId="{A7346177-5A59-47E4-BD9A-CD90ECDD0E43}" dt="2026-07-06T05:51:16.724" v="58" actId="22"/>
          <ac:spMkLst>
            <pc:docMk/>
            <pc:sldMk cId="1116214111" sldId="257"/>
            <ac:spMk id="29" creationId="{37CA139A-01BF-445F-3BE5-1E3C7A4BB640}"/>
          </ac:spMkLst>
        </pc:spChg>
        <pc:spChg chg="add mod">
          <ac:chgData name="春樹 寺谷" userId="273275a70e5237a3" providerId="LiveId" clId="{A7346177-5A59-47E4-BD9A-CD90ECDD0E43}" dt="2026-07-06T05:51:50.246" v="71" actId="1076"/>
          <ac:spMkLst>
            <pc:docMk/>
            <pc:sldMk cId="1116214111" sldId="257"/>
            <ac:spMk id="31" creationId="{187A2745-89EF-4D23-823A-33B2865C4DA6}"/>
          </ac:spMkLst>
        </pc:spChg>
        <pc:spChg chg="add mod">
          <ac:chgData name="春樹 寺谷" userId="273275a70e5237a3" providerId="LiveId" clId="{A7346177-5A59-47E4-BD9A-CD90ECDD0E43}" dt="2026-07-06T05:51:44.115" v="70" actId="1076"/>
          <ac:spMkLst>
            <pc:docMk/>
            <pc:sldMk cId="1116214111" sldId="257"/>
            <ac:spMk id="33" creationId="{E3CB6116-2B47-F324-EDEC-14E23365DB77}"/>
          </ac:spMkLst>
        </pc:spChg>
        <pc:spChg chg="add mod">
          <ac:chgData name="春樹 寺谷" userId="273275a70e5237a3" providerId="LiveId" clId="{A7346177-5A59-47E4-BD9A-CD90ECDD0E43}" dt="2026-07-06T05:51:38.334" v="69" actId="1076"/>
          <ac:spMkLst>
            <pc:docMk/>
            <pc:sldMk cId="1116214111" sldId="257"/>
            <ac:spMk id="35" creationId="{0EC99A99-4DAC-0728-15EE-DD3A760437C0}"/>
          </ac:spMkLst>
        </pc:spChg>
        <pc:spChg chg="add mod">
          <ac:chgData name="春樹 寺谷" userId="273275a70e5237a3" providerId="LiveId" clId="{A7346177-5A59-47E4-BD9A-CD90ECDD0E43}" dt="2026-07-06T05:51:34.489" v="68" actId="1076"/>
          <ac:spMkLst>
            <pc:docMk/>
            <pc:sldMk cId="1116214111" sldId="257"/>
            <ac:spMk id="37" creationId="{44A3374D-198B-544E-16A6-985D5A2C441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93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04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051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08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55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31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56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36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62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75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46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227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177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078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990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585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30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7C697B7-400A-462C-9925-7DE4B9466D5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E1B29A0-3D28-4701-9C89-0524393896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730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4927F0-AE0F-5365-4B43-1B5D7B3F5F28}"/>
              </a:ext>
            </a:extLst>
          </p:cNvPr>
          <p:cNvSpPr txBox="1"/>
          <p:nvPr/>
        </p:nvSpPr>
        <p:spPr>
          <a:xfrm>
            <a:off x="4751070" y="493776"/>
            <a:ext cx="283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/>
              <a:t>脱出ゲーム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EB95F9-87A1-9243-6162-9BC733969385}"/>
              </a:ext>
            </a:extLst>
          </p:cNvPr>
          <p:cNvSpPr txBox="1"/>
          <p:nvPr/>
        </p:nvSpPr>
        <p:spPr>
          <a:xfrm>
            <a:off x="3099816" y="3236976"/>
            <a:ext cx="29169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781F89-EDD2-82F9-E8AB-F2E6470550A2}"/>
              </a:ext>
            </a:extLst>
          </p:cNvPr>
          <p:cNvSpPr txBox="1"/>
          <p:nvPr/>
        </p:nvSpPr>
        <p:spPr>
          <a:xfrm>
            <a:off x="3252216" y="3389376"/>
            <a:ext cx="29169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80743D-38DB-1063-E48B-564267F68BD9}"/>
              </a:ext>
            </a:extLst>
          </p:cNvPr>
          <p:cNvSpPr txBox="1"/>
          <p:nvPr/>
        </p:nvSpPr>
        <p:spPr>
          <a:xfrm>
            <a:off x="5434584" y="4659642"/>
            <a:ext cx="1880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New Game</a:t>
            </a:r>
          </a:p>
          <a:p>
            <a:endParaRPr kumimoji="1" lang="en-US" altLang="ja-JP" dirty="0"/>
          </a:p>
          <a:p>
            <a:r>
              <a:rPr lang="en-US" altLang="ja-JP" dirty="0"/>
              <a:t>Load Game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11133AF-68B9-B2C9-D536-5BAE166658A7}"/>
              </a:ext>
            </a:extLst>
          </p:cNvPr>
          <p:cNvSpPr/>
          <p:nvPr/>
        </p:nvSpPr>
        <p:spPr>
          <a:xfrm>
            <a:off x="2047494" y="2014728"/>
            <a:ext cx="1078992" cy="192024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6FC2446-AC3E-35B5-F435-8335A89088E5}"/>
              </a:ext>
            </a:extLst>
          </p:cNvPr>
          <p:cNvSpPr/>
          <p:nvPr/>
        </p:nvSpPr>
        <p:spPr>
          <a:xfrm>
            <a:off x="3885438" y="2054352"/>
            <a:ext cx="1078992" cy="19202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45FDE0A-1B5E-5E05-1208-7BA8BD57B68F}"/>
              </a:ext>
            </a:extLst>
          </p:cNvPr>
          <p:cNvSpPr/>
          <p:nvPr/>
        </p:nvSpPr>
        <p:spPr>
          <a:xfrm>
            <a:off x="5750052" y="2045208"/>
            <a:ext cx="1078992" cy="192024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3869010-6539-11AA-402A-9E8989EB186C}"/>
              </a:ext>
            </a:extLst>
          </p:cNvPr>
          <p:cNvSpPr/>
          <p:nvPr/>
        </p:nvSpPr>
        <p:spPr>
          <a:xfrm>
            <a:off x="7587234" y="2045208"/>
            <a:ext cx="1078992" cy="1920240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1CEB488-1A22-B841-8372-E5DE266F2307}"/>
              </a:ext>
            </a:extLst>
          </p:cNvPr>
          <p:cNvSpPr/>
          <p:nvPr/>
        </p:nvSpPr>
        <p:spPr>
          <a:xfrm>
            <a:off x="9424416" y="2014728"/>
            <a:ext cx="1078992" cy="1920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5D5AD0C7-639D-C9AC-231B-D0AE65E07B4D}"/>
              </a:ext>
            </a:extLst>
          </p:cNvPr>
          <p:cNvSpPr/>
          <p:nvPr/>
        </p:nvSpPr>
        <p:spPr>
          <a:xfrm>
            <a:off x="10112502" y="2926080"/>
            <a:ext cx="173736" cy="1584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フローチャート: 結合子 30">
            <a:extLst>
              <a:ext uri="{FF2B5EF4-FFF2-40B4-BE49-F238E27FC236}">
                <a16:creationId xmlns:a16="http://schemas.microsoft.com/office/drawing/2014/main" id="{187A2745-89EF-4D23-823A-33B2865C4DA6}"/>
              </a:ext>
            </a:extLst>
          </p:cNvPr>
          <p:cNvSpPr/>
          <p:nvPr/>
        </p:nvSpPr>
        <p:spPr>
          <a:xfrm>
            <a:off x="8354568" y="2930652"/>
            <a:ext cx="173736" cy="1584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フローチャート: 結合子 32">
            <a:extLst>
              <a:ext uri="{FF2B5EF4-FFF2-40B4-BE49-F238E27FC236}">
                <a16:creationId xmlns:a16="http://schemas.microsoft.com/office/drawing/2014/main" id="{E3CB6116-2B47-F324-EDEC-14E23365DB77}"/>
              </a:ext>
            </a:extLst>
          </p:cNvPr>
          <p:cNvSpPr/>
          <p:nvPr/>
        </p:nvSpPr>
        <p:spPr>
          <a:xfrm>
            <a:off x="6541008" y="2851404"/>
            <a:ext cx="173736" cy="1584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フローチャート: 結合子 34">
            <a:extLst>
              <a:ext uri="{FF2B5EF4-FFF2-40B4-BE49-F238E27FC236}">
                <a16:creationId xmlns:a16="http://schemas.microsoft.com/office/drawing/2014/main" id="{0EC99A99-4DAC-0728-15EE-DD3A760437C0}"/>
              </a:ext>
            </a:extLst>
          </p:cNvPr>
          <p:cNvSpPr/>
          <p:nvPr/>
        </p:nvSpPr>
        <p:spPr>
          <a:xfrm>
            <a:off x="4664202" y="2883783"/>
            <a:ext cx="173736" cy="1584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フローチャート: 結合子 36">
            <a:extLst>
              <a:ext uri="{FF2B5EF4-FFF2-40B4-BE49-F238E27FC236}">
                <a16:creationId xmlns:a16="http://schemas.microsoft.com/office/drawing/2014/main" id="{44A3374D-198B-544E-16A6-985D5A2C441F}"/>
              </a:ext>
            </a:extLst>
          </p:cNvPr>
          <p:cNvSpPr/>
          <p:nvPr/>
        </p:nvSpPr>
        <p:spPr>
          <a:xfrm>
            <a:off x="2795016" y="2861322"/>
            <a:ext cx="173736" cy="1584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214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ッシュ">
  <a:themeElements>
    <a:clrScheme name="メッシュ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メッシュ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メッシュ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TM03457485[[fn=メッシュ]]</Template>
  <TotalTime>13</TotalTime>
  <Words>6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メッシュ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春樹 寺谷</dc:creator>
  <cp:lastModifiedBy>春樹 寺谷</cp:lastModifiedBy>
  <cp:revision>1</cp:revision>
  <dcterms:created xsi:type="dcterms:W3CDTF">2026-07-01T02:17:29Z</dcterms:created>
  <dcterms:modified xsi:type="dcterms:W3CDTF">2026-07-06T05:54:54Z</dcterms:modified>
</cp:coreProperties>
</file>