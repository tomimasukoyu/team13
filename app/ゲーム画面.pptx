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16256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57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95312"/>
            <a:ext cx="138176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6403623"/>
            <a:ext cx="121920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4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443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3039537"/>
            <a:ext cx="14020800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8159048"/>
            <a:ext cx="14020800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99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3245556"/>
            <a:ext cx="69088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245556"/>
            <a:ext cx="69088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616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649114"/>
            <a:ext cx="14020800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2988734"/>
            <a:ext cx="6877049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4453467"/>
            <a:ext cx="6877049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2988734"/>
            <a:ext cx="6910917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4453467"/>
            <a:ext cx="6910917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37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13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86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755425"/>
            <a:ext cx="8229600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212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755425"/>
            <a:ext cx="8229600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54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11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649111"/>
            <a:ext cx="3505200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649111"/>
            <a:ext cx="10312400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07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649114"/>
            <a:ext cx="140208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3245556"/>
            <a:ext cx="140208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75B96-E852-4A49-A5E9-EB156CBC7094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11300181"/>
            <a:ext cx="5486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B8D00-FD6D-4E6D-9618-61742A4CD7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526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kumimoji="1"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kumimoji="1"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ドアイラストのフリー素材｜イラストイメージ">
            <a:extLst>
              <a:ext uri="{FF2B5EF4-FFF2-40B4-BE49-F238E27FC236}">
                <a16:creationId xmlns:a16="http://schemas.microsoft.com/office/drawing/2014/main" id="{CB509505-E99F-F20D-BD5D-BCD45A965A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17" t="7015" r="23287" b="5565"/>
          <a:stretch>
            <a:fillRect/>
          </a:stretch>
        </p:blipFill>
        <p:spPr>
          <a:xfrm>
            <a:off x="5689600" y="2847775"/>
            <a:ext cx="5104136" cy="934422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BB6FF1-4F83-4071-2003-529EBB9DA26E}"/>
              </a:ext>
            </a:extLst>
          </p:cNvPr>
          <p:cNvSpPr txBox="1"/>
          <p:nvPr/>
        </p:nvSpPr>
        <p:spPr>
          <a:xfrm>
            <a:off x="7112000" y="222983"/>
            <a:ext cx="6324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0" dirty="0">
                <a:latin typeface="Copperplate Gothic Bold" panose="020E0705020206020404" pitchFamily="34" charset="0"/>
              </a:rPr>
              <a:t>01</a:t>
            </a:r>
            <a:endParaRPr kumimoji="1" lang="ja-JP" altLang="en-US" sz="12000" dirty="0">
              <a:latin typeface="Copperplate Gothic Bold" panose="020E0705020206020404" pitchFamily="34" charset="0"/>
            </a:endParaRPr>
          </a:p>
        </p:txBody>
      </p:sp>
      <p:pic>
        <p:nvPicPr>
          <p:cNvPr id="10" name="図 9" descr="植木鉢、植物 – フリーイラスト素材集 KuKuKeKe">
            <a:extLst>
              <a:ext uri="{FF2B5EF4-FFF2-40B4-BE49-F238E27FC236}">
                <a16:creationId xmlns:a16="http://schemas.microsoft.com/office/drawing/2014/main" id="{51754D2D-43C3-43C2-146B-66568D6C1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05" y="4673599"/>
            <a:ext cx="5285395" cy="792480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BB606D-B15A-BA3D-5D77-3F31F4A8718C}"/>
              </a:ext>
            </a:extLst>
          </p:cNvPr>
          <p:cNvSpPr txBox="1"/>
          <p:nvPr/>
        </p:nvSpPr>
        <p:spPr>
          <a:xfrm>
            <a:off x="4064000" y="6012934"/>
            <a:ext cx="812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/>
          </a:p>
        </p:txBody>
      </p:sp>
      <p:pic>
        <p:nvPicPr>
          <p:cNvPr id="22" name="図 21" descr="机 | 全てのイラストが無料・かわいいテンプレート">
            <a:extLst>
              <a:ext uri="{FF2B5EF4-FFF2-40B4-BE49-F238E27FC236}">
                <a16:creationId xmlns:a16="http://schemas.microsoft.com/office/drawing/2014/main" id="{8D3042EF-4145-8ECD-430C-9871F2E9B6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267" b="16739"/>
          <a:stretch>
            <a:fillRect/>
          </a:stretch>
        </p:blipFill>
        <p:spPr>
          <a:xfrm>
            <a:off x="11126787" y="5629275"/>
            <a:ext cx="5129213" cy="6562726"/>
          </a:xfrm>
          <a:prstGeom prst="rect">
            <a:avLst/>
          </a:prstGeom>
        </p:spPr>
      </p:pic>
      <p:pic>
        <p:nvPicPr>
          <p:cNvPr id="20" name="図 19" descr="照明器具イラスト／無料イラスト/フリー素材なら「イラストAC」">
            <a:extLst>
              <a:ext uri="{FF2B5EF4-FFF2-40B4-BE49-F238E27FC236}">
                <a16:creationId xmlns:a16="http://schemas.microsoft.com/office/drawing/2014/main" id="{56F3B728-AFA0-AF84-6F55-5B9851AA5B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06" t="8915" r="14998" b="11894"/>
          <a:stretch>
            <a:fillRect/>
          </a:stretch>
        </p:blipFill>
        <p:spPr>
          <a:xfrm>
            <a:off x="12525050" y="3860800"/>
            <a:ext cx="3045149" cy="2717800"/>
          </a:xfrm>
          <a:prstGeom prst="rect">
            <a:avLst/>
          </a:prstGeom>
        </p:spPr>
      </p:pic>
      <p:sp>
        <p:nvSpPr>
          <p:cNvPr id="23" name="楕円 22">
            <a:extLst>
              <a:ext uri="{FF2B5EF4-FFF2-40B4-BE49-F238E27FC236}">
                <a16:creationId xmlns:a16="http://schemas.microsoft.com/office/drawing/2014/main" id="{21C0D2E5-AFE8-724F-FF86-EF8852BA51A1}"/>
              </a:ext>
            </a:extLst>
          </p:cNvPr>
          <p:cNvSpPr/>
          <p:nvPr/>
        </p:nvSpPr>
        <p:spPr>
          <a:xfrm>
            <a:off x="7022000" y="2158999"/>
            <a:ext cx="180000" cy="1807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ED9FE56B-E008-7154-8FCC-3ED5E2EDA0F3}"/>
              </a:ext>
            </a:extLst>
          </p:cNvPr>
          <p:cNvSpPr/>
          <p:nvPr/>
        </p:nvSpPr>
        <p:spPr>
          <a:xfrm>
            <a:off x="7897200" y="2158999"/>
            <a:ext cx="180000" cy="1807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4A447EC1-1E5A-B79C-E230-471C55F79FCC}"/>
              </a:ext>
            </a:extLst>
          </p:cNvPr>
          <p:cNvSpPr/>
          <p:nvPr/>
        </p:nvSpPr>
        <p:spPr>
          <a:xfrm>
            <a:off x="9499600" y="2161975"/>
            <a:ext cx="180000" cy="1807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E2F9A36A-10A7-9B8B-1ED6-D92D57ED9041}"/>
              </a:ext>
            </a:extLst>
          </p:cNvPr>
          <p:cNvSpPr/>
          <p:nvPr/>
        </p:nvSpPr>
        <p:spPr>
          <a:xfrm>
            <a:off x="8698400" y="2161974"/>
            <a:ext cx="180000" cy="1807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03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1</Words>
  <Application>Microsoft Office PowerPoint</Application>
  <PresentationFormat>ユーザー設定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Copperplate Gothic Bold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TANAKA Nanami</dc:creator>
  <cp:lastModifiedBy>TANAKA Nanami</cp:lastModifiedBy>
  <cp:revision>1</cp:revision>
  <dcterms:created xsi:type="dcterms:W3CDTF">2026-07-01T02:18:52Z</dcterms:created>
  <dcterms:modified xsi:type="dcterms:W3CDTF">2026-07-01T02:42:21Z</dcterms:modified>
</cp:coreProperties>
</file>